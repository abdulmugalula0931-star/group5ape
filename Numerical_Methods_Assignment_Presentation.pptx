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Numerical Methods Assignment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Secant • Newton–Raphson • Runge–Kutta 4th Order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Numerical methods give approximate solutions to mathematical problems.</a:t>
            </a:r>
          </a:p>
          <a:p>
            <a:pPr>
              <a:defRPr sz="2200"/>
            </a:pPr>
            <a:r>
              <a:t>This presentation covers formulas, worked examples, pseudocode, flowcharts and MATLAB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Secant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Example: f(x)=x³−x−2</a:t>
            </a:r>
          </a:p>
          <a:p>
            <a:pPr>
              <a:defRPr sz="2200"/>
            </a:pPr>
            <a:r>
              <a:t>Initial values: x₀=1, x₁=2</a:t>
            </a:r>
          </a:p>
          <a:p>
            <a:pPr>
              <a:defRPr sz="2200"/>
            </a:pPr>
            <a:r>
              <a:t>Tolerance = 0.0001</a:t>
            </a:r>
          </a:p>
          <a:p>
            <a:pPr>
              <a:defRPr sz="2200"/>
            </a:pPr>
            <a:r>
              <a:t>Root ≈ 1.5214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Secant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xₙ₊₁ = xₙ − f(xₙ)(xₙ−xₙ₋₁)/(f(xₙ)−f(xₙ₋₁))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Secant: for and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Both loops repeatedly calculate the next approximation.</a:t>
            </a:r>
          </a:p>
          <a:p>
            <a:pPr>
              <a:defRPr sz="2200"/>
            </a:pPr>
            <a:r>
              <a:t>Stop when the error is less than the chosen tolerance.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Secant: Pseudocode &amp;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 → define f → input x₀,x₁ → calculate xnew → check error → update values → repeat → STOP.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Newton–Raphson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Example: f(x)=x³−x−2</a:t>
            </a:r>
          </a:p>
          <a:p>
            <a:pPr>
              <a:defRPr sz="2200"/>
            </a:pPr>
            <a:r>
              <a:t>Start x₀=1.5</a:t>
            </a:r>
          </a:p>
          <a:p>
            <a:pPr>
              <a:defRPr sz="2200"/>
            </a:pPr>
            <a:r>
              <a:t>f′(x)=3x²−1</a:t>
            </a:r>
          </a:p>
          <a:p>
            <a:pPr>
              <a:defRPr sz="2200"/>
            </a:pPr>
            <a:r>
              <a:t>Root ≈ 1.52138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Newton–Raphson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xₙ₊₁ = xₙ − f(xₙ)/f′(xₙ)</a:t>
            </a:r>
          </a:p>
          <a:p>
            <a:pPr>
              <a:defRPr sz="2200"/>
            </a:pPr>
            <a:r>
              <a:t>Stop when |xₙ₊₁−xₙ| is below tolerance.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Newton: for and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for loop uses a maximum number of iterations.</a:t>
            </a:r>
          </a:p>
          <a:p>
            <a:pPr>
              <a:defRPr sz="2200"/>
            </a:pPr>
            <a:r>
              <a:t>The while loop continues until convergence or the maximum iteration limit.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Newton: Pseudocode &amp;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 → define f and f′ → input x₀ → calculate xnew → check error → update x → repeat → STOP.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RK4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Example: dy/dx=x+y, y(0)=1</a:t>
            </a:r>
          </a:p>
          <a:p>
            <a:pPr>
              <a:defRPr sz="2200"/>
            </a:pPr>
            <a:r>
              <a:t>Step size h=0.1</a:t>
            </a:r>
          </a:p>
          <a:p>
            <a:pPr>
              <a:defRPr sz="2200"/>
            </a:pPr>
            <a:r>
              <a:t>Find y(0.2)</a:t>
            </a:r>
          </a:p>
          <a:p>
            <a:pPr>
              <a:defRPr sz="2200"/>
            </a:pPr>
            <a:r>
              <a:t>Result ≈ 1.24281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RK4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Calculate k₁, k₂, k₃, k₄.</a:t>
            </a:r>
          </a:p>
          <a:p>
            <a:pPr>
              <a:defRPr sz="2200"/>
            </a:pPr>
            <a:r>
              <a:t>Then yₙ₊₁=yₙ+(k₁+2k₂+2k₃+k₄)/6.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RK4: for and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Both loops perform the four RK calculations at each step.</a:t>
            </a:r>
          </a:p>
          <a:p>
            <a:pPr>
              <a:defRPr sz="2200"/>
            </a:pPr>
            <a:r>
              <a:t>The solution is updated until the final x-value is reached.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RK4: Pseudocode &amp;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 → input x,y,h → calculate k₁–k₄ → update y and x → check final x → repeat or STOP.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Secant root ≈ 1.5214</a:t>
            </a:r>
          </a:p>
          <a:p>
            <a:pPr>
              <a:defRPr sz="2200"/>
            </a:pPr>
            <a:r>
              <a:t>Newton–Raphson root ≈ 1.52138</a:t>
            </a:r>
          </a:p>
          <a:p>
            <a:pPr>
              <a:defRPr sz="2200"/>
            </a:pPr>
            <a:r>
              <a:t>RK4 y(0.2) ≈ 1.24281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Secant and Newton–Raphson solve nonlinear root problems.</a:t>
            </a:r>
          </a:p>
          <a:p>
            <a:pPr>
              <a:defRPr sz="2200"/>
            </a:pPr>
            <a:r>
              <a:t>RK4 solves first-order differential equations accurately.</a:t>
            </a:r>
          </a:p>
          <a:p>
            <a:pPr>
              <a:defRPr sz="2200"/>
            </a:pPr>
            <a:r>
              <a:t>MATLAB for/while loops automate the iterations.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Chapra &amp; Canale, Numerical Methods for Engineers.</a:t>
            </a:r>
          </a:p>
          <a:p>
            <a:pPr>
              <a:defRPr sz="2200"/>
            </a:pPr>
            <a:r>
              <a:t>Burden &amp; Faires, Numerical Analysis.</a:t>
            </a:r>
          </a:p>
          <a:p>
            <a:pPr>
              <a:defRPr sz="2200"/>
            </a:pPr>
            <a:r>
              <a:t>MATLAB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